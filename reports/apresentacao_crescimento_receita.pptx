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Olist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Crescimento e Receita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3749040"/>
            <a:ext cx="3657600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| Fase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434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Evanio Alves Carvalho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da análise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como a receita da Olist evoluiu entre 2017 e 2018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 onde essa receita está concentrada, por categoria, região e vendedor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recomendações para apoiar a decisão de investidores e acionistas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usada: Brazilian E-Commerce Public Dataset by Olist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considerada: preço do produto mais o frete de cada item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preparei os dados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Organizei em modelo estrela, com tabela fato de itens e dimensões de cliente, produto, vendedor e data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analisado: janeiro de 2017 a agosto de 2018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meses de 2016 ficaram de fora porque não têm movimento constante (setembro teve 4 pedidos, outubro 324, e dezembro 1)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considerei pedidos cancelados e indisponíveis, porque quase não têm produto associado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Mantive os outliers de preço, porque são produtos caros reais e não erros de cadastro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números do período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1645920"/>
          <a:ext cx="9144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 total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R$ 15,68 milhões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97.905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Crescimento no período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628%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médio (média)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R$ 160,19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médio (mediana)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R$ 105,28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Coeficiente de variação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analisei só de 2017 a 2018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0_serie_complet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começa em setembro de 2016, mas o começo não tem movimento constante.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teve 4 pedidos, outubro 324, novembro nem aparece e dezembro teve 1.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Outubro é maior que os vizinhos, mas ainda é menos da metade de janeiro de 2017, e parece um teste pontual.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esses meses como base faria o crescimento parecer muito maior do que foi.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todos os meses disponíveis.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cresceu, mas parou em 2018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1_evolucao_mens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saiu de R$ 137 mil em janeiro de 2017 para cerca de R$ 1 milhão em 2018.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dá um crescimento de aproximadamente 628% no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partir de meados de 2018 ela para de crescer e fica oscilando no mesmo patamar.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janeiro de 2017 a agosto de 2018.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mês foi novembro de 2017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7_black_frid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Abrindo novembro por dia, quase tudo se concentra no dia 24, que foi a Black Friday.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Foram 1.166 pedidos nesse dia, contra uma média de 191 nos outros dias do mês.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seja, o maior mês da série é uma data promocional e não um novo patamar de vendas.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pedidos por dia em novembro de 2017.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ticket médio quase não mudou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2_ticket_med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médio por pedido ficou entre R$ 146 e R$ 174 durante todo 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média é R$ 160 e a mediana R$ 105, o que mostra que a maioria dos pedidos é mais barata.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indica que o crescimento veio de vender mais pedidos, e não pedidos mais caros.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receita parou de crescer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9_vendedores_client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2018 os vendedores ativos subiram de 968 para 1.266, um crescimento de 31%.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clientes fizeram o contrário: caíram de 7.088 para 6.380, uma queda de 10%.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isso a receita por vendedor caiu 31%, de R$ 1.138 para R$ 788.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não é falta de quem venda, é falta de quem compre.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clientes e vendedores distintos por mês.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receita é bem distribuída entre categorias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3_top_categori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72 categorias de produto no total.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maiores somam 39% da receita, e as outras 67 dividem o restante.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é positivo, porque a empresa não depende de um único tipo de produto.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categoria.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está concentrada em poucos estados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4_top_estad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sozinho responde por 37% da receita.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maiores estados somam 73%, e os outros 22 dividem apenas 27%.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mim esse é o maior risco, e ao mesmo tempo onde está o espaço para crescer.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estado do cliente.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de vendedores é bem distribuída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6_top_sell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3.029 vendedores que venderam no período.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10 maiores somam só 13% da receita.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não depende de poucos fornecedores, o que reduz o risco.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receita por vendedor.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entrega ajuda a explicar a concentração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10_receita_x_entreg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5 estados que fazem 73% da receita recebem em 10,5 dias na média.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outros 22 esperam 17,3 dias e pagam quase o dobro de frete em proporção ao produto.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correlação entre demorar e vender menos é de -0,60.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correlação, não prova de causa. Mas a entrega é a parte que a empresa consegue mudar.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Olist, pedidos entregues entre jan/2017 e ago/2018.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Atrasar não é o mesmo que demorar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11_atraso_est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Alagoas entrega em 24 dias e atrasa 21,5% das vezes.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Roraima demora mais, 29,5 dias, e atrasa 12,5%.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atraso é alto sem ser o mais lento, o problema é o prazo prometido.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a promessa é mais barato e mais rápido que mudar a operação.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base pública Olist. Atraso comparado apenas pela data, sem a hora.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atraso afasta o cliente, mas menos do que parece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12_recompra_atra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compra no prazo: 4,08% voltaram a comprar. Com atraso: 3,16%.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22,6%, e o teste confirma que não é acaso (p = 0,007).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diferença absoluta é de 0,92 ponto percentual.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entregando no prazo, cerca de 96% não voltam. O problema de retenção é maior que a entrega.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 apenas clientes com primeira compra até fev/2018, para dar 6 meses de janela.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para os próximos meses</a:t>
            </a:r>
            <a:endParaRPr lang="en-US" sz="2800" dirty="0"/>
          </a:p>
        </p:txBody>
      </p:sp>
      <p:pic>
        <p:nvPicPr>
          <p:cNvPr id="3" name="Image 0" descr="/sessions/nice-great-mayer/mnt/outputs/pptx_project/assets_simples/chart_08_previsa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280160"/>
            <a:ext cx="69494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46304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receita está estável, usei a média dos últimos 3 meses para estimar os próximos.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dá cerca de R$ 1 milhão por mês, ou R$ 3 milhões no trimestre.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importa menos que o recado: a melhor estimativa possível é repetir os últimos meses.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seja, a projeção confirma o platô. Serve como referência, não como meta.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baseada na média dos últimos 3 meses. A base termina em agosto de 2018.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atração e retenção de clientes, que foi o lado que parou de crescer e trava a receita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a expansão fora do Sudeste como problema de logística, não só de ação comercial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o prazo prometido onde ele está mal calibrado, como em Alagoas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a receita por vendedor, que caiu quase um terço em oito meses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Trabalhar o valor do pedido, já que o crescimento veio de volume e não de ticket maior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limitação importante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3327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não informa quanto a Olist recebe de comissão em cada venda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a receita analisada aqui é o valor total da venda, e não o que entra no caixa da empresa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significa que não é possível calcular lucro ou margem com esses dados</a:t>
            </a:r>
            <a:endParaRPr lang="en-US" sz="20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20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conclusões se limitam a volume de vendas, receita e concentração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35661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Evanio Alves Carvalho | Tech Challenge Fase 1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POSTECH Data Analytics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- Crescimento e Receita</dc:title>
  <dc:subject>PptxGenJS Presentation</dc:subject>
  <dc:creator>Evanio Alves Carvalho</dc:creator>
  <cp:lastModifiedBy>Evanio Alves Carvalho</cp:lastModifiedBy>
  <cp:revision>1</cp:revision>
  <dcterms:created xsi:type="dcterms:W3CDTF">2026-08-19T01:01:08Z</dcterms:created>
  <dcterms:modified xsi:type="dcterms:W3CDTF">2026-08-19T01:01:08Z</dcterms:modified>
</cp:coreProperties>
</file>