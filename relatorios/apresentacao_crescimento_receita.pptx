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io Carvalho" userId="a84c28dca2c48ebb" providerId="LiveId" clId="{9951D568-64CE-4441-9351-9161622AC723}"/>
    <pc:docChg chg="delSld modSld sldOrd">
      <pc:chgData name="Evanio Carvalho" userId="a84c28dca2c48ebb" providerId="LiveId" clId="{9951D568-64CE-4441-9351-9161622AC723}" dt="2026-08-15T13:37:10.624" v="3" actId="2696"/>
      <pc:docMkLst>
        <pc:docMk/>
      </pc:docMkLst>
      <pc:sldChg chg="modSp mod">
        <pc:chgData name="Evanio Carvalho" userId="a84c28dca2c48ebb" providerId="LiveId" clId="{9951D568-64CE-4441-9351-9161622AC723}" dt="2026-08-15T13:35:45.201" v="0" actId="20577"/>
        <pc:sldMkLst>
          <pc:docMk/>
          <pc:sldMk cId="0" sldId="256"/>
        </pc:sldMkLst>
        <pc:spChg chg="mod">
          <ac:chgData name="Evanio Carvalho" userId="a84c28dca2c48ebb" providerId="LiveId" clId="{9951D568-64CE-4441-9351-9161622AC723}" dt="2026-08-15T13:35:45.201" v="0" actId="20577"/>
          <ac:spMkLst>
            <pc:docMk/>
            <pc:sldMk cId="0" sldId="256"/>
            <ac:spMk id="6" creationId="{00000000-0000-0000-0000-000000000000}"/>
          </ac:spMkLst>
        </pc:spChg>
      </pc:sldChg>
      <pc:sldChg chg="ord">
        <pc:chgData name="Evanio Carvalho" userId="a84c28dca2c48ebb" providerId="LiveId" clId="{9951D568-64CE-4441-9351-9161622AC723}" dt="2026-08-15T13:36:11.392" v="2"/>
        <pc:sldMkLst>
          <pc:docMk/>
          <pc:sldMk cId="0" sldId="260"/>
        </pc:sldMkLst>
      </pc:sldChg>
      <pc:sldChg chg="del">
        <pc:chgData name="Evanio Carvalho" userId="a84c28dca2c48ebb" providerId="LiveId" clId="{9951D568-64CE-4441-9351-9161622AC723}" dt="2026-08-15T13:37:10.624" v="3" actId="2696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82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Olist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Crescimento e Receita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365760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| Fase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Evanio Carvalho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análise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receita da Olist evoluiu entre 2017 e 2018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onde essa receita está concentrada, por categoria, região e vendedor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recomendações para apoiar a decisão de investidores e acionistas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usada: Brazilian E-Commerce Public Dataset by Olist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considerada: preço do produto mais o frete de cada item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preparei os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Organizei em modelo estrela, com tabela fato de itens e dimensões de cliente, produto, vendedor e data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janeiro de 2017 a agosto de 2018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meses de 2016 ficaram de fora porque não têm movimento constante (setembro teve 4 pedidos, outubro 324, e dezembro 1)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considerei pedidos cancelados e indisponíveis, porque quase não têm produto associado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Mantive os outliers de preço, porque são produtos caros reais e não erros de cadastro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do período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645920"/>
          <a:ext cx="9144000" cy="352044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total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R$ 15,68 milhões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Crescimento no período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cerca de 628%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médio (média)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R$ 160,19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médio (mediana)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R$ 105,28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 de variação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analisei só de 2017 a 2018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0_serie_complet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começa em setembro de 2016, mas o começo não tem movimento constante.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teve 4 pedidos, outubro 324, novembro nem aparece e dezembro teve 1.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Outubro é maior que os vizinhos, mas ainda é menos da metade de janeiro de 2017, e parece um teste pontual.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esses meses como base faria o crescimento parecer muito maior do que foi.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pública Olist, todos os meses disponíveis.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cresceu, mas parou em 2018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1_evolucao_mens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saiu de R$ 137 mil em janeiro de 2017 para cerca de R$ 1 milhão em 2018.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dá um crescimento de aproximadamente 628% no período.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partir de meados de 2018 ela para de crescer e fica oscilando no mesmo patamar.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pública Olist, janeiro de 2017 a agosto de 2018.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mês foi novembro de 2017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7_black_frid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Abrindo novembro por dia, quase tudo se concentra no dia 24, que foi a Black Friday.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1.166 pedidos nesse dia, contra uma média de 191 nos outros dias do mês.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seja, o maior mês da série é uma data promocional e não um novo patamar de vendas.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pública Olist, pedidos por dia em novembro de 2017.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ticket médio quase não mudou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2_ticket_med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médio por pedido ficou entre R$ 146 e R$ 174 durante todo o período.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é R$ 160 e a mediana R$ 105, o que mostra que a maioria dos pedidos é mais barata.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indica que o crescimento veio de vender mais pedidos, e não pedidos mais caros.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pública Olist.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é bem distribuída entre categorias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3_top_categoria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72 categorias de produto no total.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maiores somam 39% da receita, e as outras 67 dividem o restante.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positivo, porque a empresa não depende de um único tipo de produto.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pública Olist, receita por categoria.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está concentrada em poucos estados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4_top_estad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sozinho responde por 37% da receita.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maiores estados somam 73%, e os outros 22 dividem apenas 27%.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mim esse é o maior risco, e ao mesmo tempo onde está o espaço para crescer.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pública Olist, receita por estado do cliente.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vendedores é bem distribuída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6_top_sell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3.029 vendedores que venderam no período.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 maiores somam só 13% da receita.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não depende de poucos fornecedores, o que reduz o risco.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base pública Olist, receita por vendedor.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para os próximos meses</a:t>
            </a:r>
            <a:endParaRPr lang="en-US" sz="2800" dirty="0"/>
          </a:p>
        </p:txBody>
      </p:sp>
      <p:pic>
        <p:nvPicPr>
          <p:cNvPr id="3" name="Image 0" descr="/sessions/nice-great-mayer/mnt/outputs/pptx_project/assets_simples/chart_08_previsa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280160"/>
            <a:ext cx="694944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46304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receita está estável, usei a média dos últimos 3 meses para estimar os próximos.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dá cerca de R$ 1 milhão por mês, ou R$ 3 milhões no trimestre.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15% acima do mesmo trimestre de 2017. Novembro deve ficar acima disso por causa da Black Friday.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baseada na média dos últimos 3 meses. A base termina em agosto de 2018.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a receita parou de crescer em 2018, antes de qualquer investimento maior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fora dos cinco maiores estados, que hoje concentram 73% da receita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o valor do pedido, já que o crescimento veio de volume e não de ticket maior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mais apoio aos vendedores que já vendem bem, sem aumentar a dependência de poucos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limitação importante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não informa quanto a Olist recebe de comissão em cada venda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isso, a receita analisada aqui é o valor total da venda, e não o que entra no caixa da empresa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significa que não é possível calcular lucro ou margem com esses dados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conclusões se limitam a volume de vendas, receita e concentração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907</Words>
  <Application>Microsoft Office PowerPoint</Application>
  <PresentationFormat>Widescreen</PresentationFormat>
  <Paragraphs>96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POSTECH Data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- Crescimento e Receita</dc:title>
  <dc:subject>PptxGenJS Presentation</dc:subject>
  <dc:creator>Evanio Alves Carvalho</dc:creator>
  <cp:lastModifiedBy>Evanio Carvalho</cp:lastModifiedBy>
  <cp:revision>1</cp:revision>
  <dcterms:created xsi:type="dcterms:W3CDTF">2026-08-15T13:34:09Z</dcterms:created>
  <dcterms:modified xsi:type="dcterms:W3CDTF">2026-08-15T13:37:18Z</dcterms:modified>
</cp:coreProperties>
</file>